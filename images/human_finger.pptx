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" y="1799590"/>
            <a:ext cx="3878580" cy="34480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315" y="1485265"/>
            <a:ext cx="5638800" cy="3762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130" y="1232535"/>
            <a:ext cx="2676525" cy="42672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474210" y="4335780"/>
            <a:ext cx="622300" cy="28003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94050" y="4879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解刨学认为这里是</a:t>
            </a:r>
            <a:r>
              <a:rPr lang="en-US" altLang="zh-CN"/>
              <a:t> 2 </a:t>
            </a:r>
            <a:r>
              <a:rPr lang="zh-CN" altLang="en-US"/>
              <a:t>个自由度</a:t>
            </a:r>
            <a:r>
              <a:rPr lang="en-US" altLang="zh-CN"/>
              <a:t>！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SunSeaLucky</cp:lastModifiedBy>
  <cp:revision>171</cp:revision>
  <dcterms:created xsi:type="dcterms:W3CDTF">2026-06-09T12:34:26Z</dcterms:created>
  <dcterms:modified xsi:type="dcterms:W3CDTF">2026-06-09T12:34:26Z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D2BF967A99FD51595A07286AAF067D6E_41</vt:lpwstr>
  </property>
</Properties>
</file>